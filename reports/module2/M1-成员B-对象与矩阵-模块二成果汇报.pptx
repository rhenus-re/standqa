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python-qrcode AI 测试成果汇报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模块二 · 方案2（AI 测）· 对象与矩阵 · 成员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被测对象与 AI 融合方案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被测对象：python-qrcode v8.2，成员 B 负责对象与矩阵逻辑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方案2（AI 测）：用 AI 工具辅助测试，不改变被测对象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工具：Codex，用于生成候选用例与脚本、辅助缺陷定位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实践过程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向 AI 提供模块一 12 条用例与 qrcode/main.py 源码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AI 生成 8 条候选新增用例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人工审核：2 条修改后接受，6 条直接接受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过程记录见 ai_records/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新增测试成果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8 条新增用例（AI-B-01 ~ AI-B-08），均不与模块一重复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AI 辅助定位缺陷 B-03：error_correction 未校验致 IndexError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全量 25 个测试项通过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反思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帮我们：快速产出用例并定位根因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不靠谱：AI-B-04 初稿与模块一 TC-B-09 有重复倾向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人做了：补合法值断言、去除重复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角色定位：辅助者，负责候选生成与初筛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人工与 AI 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用例数：人工 12 条，AI 8 条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有效缺陷：人工 2 个，AI 1 个（辅助定位）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qrcode/main.py 语句覆盖率：73.5% 提高到 74.1%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AI 测新增 8 条用例并定位 1 个缺陷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人工审核保证用例质量与去重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