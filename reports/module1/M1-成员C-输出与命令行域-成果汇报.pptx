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python-qrcode 软件测试成果汇报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模块一 · 输出与命令行测试域 · 成员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被测对象与测试范围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被测对象：lincolnloop/python-qrcode v8.2 二维码生成库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测试域：图像输出与命令行逻辑（输出与命令行）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覆盖功能：PNG（PilImage/PyPNGImage）、SVG、ASCII/TTY 终端输出、qr 命令行入口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源码范围：qrcode/image/base.py、pil.py、pure.py、svg.py、console_scripts.py 及 main.py 的输出方法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黑盒方法：等价类、边界值、场景法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共设计 12 条用例（TC-C-001 ~ TC-C-012）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等价类 5 条、边界值 2 条、场景法 5 条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辅以 PIL 与 PyPNG 两后端像素级比对，验证跨后端输出一致性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自动化测试设计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框架：pytest 8.4.2（Python 3.11.9、Pillow 12.3.0、pypng）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测试文件：tests/manual/test_output_cli.py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用 PIL/pypng 解码字节断言 PNG 魔数与像素，用 pytest.raises 断言异常；CLI 用 monkeypatch 模拟版本查询与 TTY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一键运行：python -m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修复前 11/12 通过（TC-C-011 失败），修复后 12 条全部通过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通过率 100%（修复后）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qrcode 包整体语句覆盖率 68%；image/pure.py 97%、image/base.py 93%、image/svg.py 93%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缺陷发现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C-01：print_tty() 将静区硬编码为 1 模块，忽略 self.border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默认 border=4 时终端输出行宽为 46 而非 58，静区不满足 QR 规范不少于 4 模块的要求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根因：与 print_ascii() 行为不一致；已修复（引入 quiet_zone = self.border × 2）并通过回归验证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修复后 12 条用例全部通过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输出与命令行测试域达到发布标准，可进入模块一冻结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WPS 演示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python-qrcode 软件测试成果汇报</vt:lpstr>
      <vt:lpstr>被测对象与测试范围</vt:lpstr>
      <vt:lpstr>测试策略</vt:lpstr>
      <vt:lpstr>自动化测试设计</vt:lpstr>
      <vt:lpstr>执行结果</vt:lpstr>
      <vt:lpstr>缺陷发现</vt:lpstr>
      <vt:lpstr>结论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python-qrcode 模块一成果汇报 - 成员C 输出与命令行域</dc:title>
  <dc:creator>成员 C</dc:creator>
  <dc:description>generated using python-pptx</dc:description>
  <cp:lastModifiedBy>张栓</cp:lastModifiedBy>
  <cp:revision>2</cp:revision>
  <dcterms:created xsi:type="dcterms:W3CDTF">2013-01-27T09:14:00Z</dcterms:created>
  <dcterms:modified xsi:type="dcterms:W3CDTF">2026-09-13T14:53:06Z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FDBA8468B82C47FB9198B0DE415CF2CF_13</vt:lpwstr>
  </property>
  <property fmtid="{D5CDD505-2E9C-101B-9397-08002B2CF9AE}" pid="3" name="KSOProductBuildVer">
    <vt:lpwstr>2052-12.1.0.28022</vt:lpwstr>
  </property>
</Properties>
</file>