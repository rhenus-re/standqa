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python-qrcode 软件测试成果汇报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模块一 · 对象与矩阵测试域 · 成员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被测对象与测试范围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被测对象：lincolnloop/python-qrcode v8.2 二维码生成库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测试域：QRCode 对象与矩阵逻辑（对象与矩阵）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覆盖功能：构造参数校验、add_data、make、clear、对象复用、版本适配、定位与校正图案、掩码选择、get_matrix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源码范围：qrcode/main.py（对象与矩阵逻辑）、qrcode/exceptions.py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黑盒方法：等价类、边界值、场景法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共设计 12 条用例（TC-B-01 ~ TC-B-12）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等价类 7 条、边界值 2 条、场景法 3 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自动化测试设计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框架：pytest 8.1.1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测试文件：tests/manual/test_object_matrix.py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用 parametrize 参数化边界用例，用 pytest.raises 断言异常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一键运行：python -m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12 条用例参数化后共 15 个测试项，全部通过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通过率 100%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qrcode/main.py 语句覆盖率 73.5%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缺陷发现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B-01：clear() 未复位版本，对象复用后版本仍为 26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B-02：get_matrix() 边框行别名，修改一行污染其他行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两处均定位根因、修复并通过回归验证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修复后 12 条用例全部通过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对象与矩阵测试域达到发布标准，可进入模块一冻结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